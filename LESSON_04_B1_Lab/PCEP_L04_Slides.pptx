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Σήμερα δεν υπάρχει νέα θεωρία με διαφάνειες. Είναι εργαστήριο: 4 σταθμοί, όλοι με κώδικα. Κάθε σταθμός κρύβει ένα μικρό νέο στοιχείο (+=, sep/end, -2**2, δεκαδικά) που το μαθαίνουν κάνοντάς το. Πες το από την αρχή: «σήμερα γράφετε εσείς, εγώ απλώς σας σπάω προγράμματα». Στόχος ρυθμού: 80 λεπτά, κανείς δεν κάθεται άπραγος πάνω από 3 λεπτά.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Ένα λεπτό για το πλάνο. Τονίζεις τον κανόνα: μάντεψε → τρέξε → σύγκρινε. Αυτό είναι το μόνο που εξετάζει το PCEP. Το 75–80′: Παγίδες και σπίτι.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Απαντήσεις: 1 → B (+ σε δύο strings = κόλλημα. Τα εισαγωγικά δεν τυπώνονται.) · 2 → A (// πηλίκο, % υπόλοιπο, / πάντα float.). Ζευγάρια, γράφουν το γράμμα στο χαρτί. 2 λεπτά ανά διαφάνεια, ΔΕΝ αποκαλύπτεις ακόμα. Οι απαντήσεις όλες μαζί στη διαφάνεια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Απαντήσεις: 3 → B (** πρώτα: 3 ** 2 = 9, μετά 2 * 9.) · 4 → C (a γίνεται 7, μετά 7 * 2.). Ζευγάρια, γράφουν το γράμμα στο χαρτί. 2 λεπτά ανά διαφάνεια, ΔΕΝ αποκαλύπτεις ακόμα. Οι απαντήσεις όλες μαζί στη διαφάνεια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Απαντήσεις: 5 → A (* πριν το +: «abab» + «c».) · 6 → B (Το / δίνει ΠΑΝΤΑ float, έστω κι αν βγαίνει ακέραιο.). Ζευγάρια, γράφουν το γράμμα στο χαρτί. 2 λεπτά ανά διαφάνεια, ΔΕΝ αποκαλύπτεις ακόμα. Οι απαντήσεις όλες μαζί στη διαφάνεια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Απαντήσεις: 7 → B (input() επιστρέφει string. str * int = επανάληψη.) · 8 → C (Ίδιο επίπεδο αριστερά→δεξιά: (10-4)-3. ** από δεξιά: 2 ** 8.). Ζευγάρια, γράφουν το γράμμα στο χαρτί. 2 λεπτά ανά διαφάνεια, ΔΕΝ αποκαλύπτεις ακόμα. Οι απαντήσεις όλες μαζί στη διαφάνεια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Μέτρημα πόντων (1 ανά σωστή, μέγιστο 8). Στάσου μόνο στις 3 που έχασαν οι περισσότεροι: συνήθως οι 6 (/ δίνει float), 7 (input = string) και 8 (** από δεξιά). Μην ξαναδιδάξεις τη θεωρία: μία πρόταση ανά λάθος, όπως γράφει η κάρτα. 3 λεπτά.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Σειρά: 1→5 υποχρεωτικά, 6 bonus. Δεν λες τι φταίει· λες μόνο «διάβασε το μήνυμα λάθους δυνατά». Το bug_2 έχει ΔΥΟ λάθη (my-score και 2nd) και η Python δείχνει πρώτα το 2nd (invalid decimal literal) — αφού το φτιάξουν, βγαίνει το my-score. Το bug_3 και το bug_5 ΔΕΝ σκάνε: τρέχουν και βγάζουν λάθος αποτέλεσμα. Αυτά είναι τα δύσκολα. Σημείο ελέγχου στο 30′: όλοι τουλάχιστον 4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λεπτά. Δείξε τη διόρθωση, μία γραμμή σχόλιο η καθεμία. Το νέο εξεταστέο στοιχείο: μοναδιαίο μείον και **. Στην εξέταση η παγίδα -2 ** 2 εμφανίζεται σχεδόν πάντα ως -4 vs 4. Ο κανόνας: το ** νικά το πρόσημο. Παρένθεση για να βάλεις το πρόσημο μέσα.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LIVE_CODING_4.md, Μέρος Α. Νέο αρχείο tameio.py στο repo τους. Γράφω → τρέχω → ρωτάω. Στο βήμα 2 γράψε ΠΡΩΤΑ total = total + p1, τρέξε, και ΜΕΤΑ άλλαξέ το σε += : «ίδιο πράγμα, λιγότερο γράψιμο». Στο βήμα 4 τρέξε πρώτα print(p1, p2, p3) σκέτο, μετά πρόσθεσε sep, μετά end. Να δουν τη διαφορά κάθε φορά. Είσοδος δοκιμής: 12, 5,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Μέρος Β του LIVE_CODING_4.md. v2: γράφεις fives/rest μαζί, twos/ones τα γράφουν μόνοι (2 λεπτά). Είσοδος 12, 5, 6, πληρωμή 50 → ρέστα 27 → 5x5, 1x2, 0x1. Commit «Lesson 4: tameio v2». v3: μία γραμμή total *= 0.9 ΠΡΙΝ την πληρωμή. Ρώτα πριν τρέξεις: «τι τύπο θα έχει το total τώρα;». Μετά περνάς στην επόμενη διαφάνεια για την παγίδα των δεκαδικών. Commit «Lesson 4: tameio v3».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Στο terminal του Codespace: python3 και πληκτρολογούν μαζί σου τα τρία παραδείγματα. Δεν εμβαθύνεις στο IEEE 754: η αναλογία με το 1/3 αρκεί. Το εξεταστέο είναι ότι ΞΕΡΟΥΝ ότι συμβαίνει, και ότι 0.1 + 0.2 == 0.3 είναι False. Η υπογράμμιση 1_000_000: 20 δευτερόλεπτα, είναι literal syntax (PCEP 1.3).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Μόνοι τους. Οι περισσότεροι ξεκινούν από το 2. Το 3 έχει το 384_400 και το int(hours) πριν το // : αυτό θα τους μπερδέψει, άσ' τους να σκάσουν στο 427.11 // 24 = 17.0 και να ρωτήσουν γιατί βγαίνει με τελεία. Λύσεις στο LIVE_CODING_4.md. Όποιος τελειώσει και τα 3: βάλε στο Ταμείο 4ο προϊόν και ρέστα και σε 10€.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Κλείσιμο, 5 λεπτά. Διάβασε τις παγίδες δυνατά, μία-μία, και ρώτα «ποιος το έπαθε σήμερα;». Σπίτι: home material + Quiz 4 (ανεβαίνουν αύριο), ό,τι free_N δεν πρόλαβαν, σύνδεσμος tameio.py στο Teams. Guest κλείνει. Επόμενο μάθημα: αριθμητικά συστήματα (0b/0o/0x), bitwise, και συγκρίσεις → το πρώτο if. Ο Μάντης αρχίζει να κρίνει.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ROBOTONIO-Lab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Εργαστήριο: Block 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Bug hunt · Το Ταμείο · ελεύθερη άσκηση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εξάσκηση (1.3 – 1.5)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ROBOTONIO-Lab · Τετάρτη 21 Οκτωβρίου 2026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price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Σήμερα: 4 σταθμοί, 0 νέες διαφάνειες θεωρίας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0–10′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ερωτήσεις «τι τυπώνει;»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Ζευγάρια, πόντοι, χαρτί.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54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10–30′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σπασμένα προγράμματα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repo. Fix → commit.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554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30–55′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Ταμείο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coding. Νέο: +=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sep= / end= / *=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554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55–75′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Ελεύθερη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επίπεδα, διαλέγεις.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στο τέλος.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74552" cy="1188720"/>
          </a:xfrm>
          <a:prstGeom prst="roundRect">
            <a:avLst>
              <a:gd name="adj" fmla="val 7692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074920"/>
            <a:ext cx="109087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Κανόνας της ημέρας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Πρώτα μαντεύεις τι θα τυπώσει, ΜΕΤΑ πατάς Run. Στην εξέταση δεν υπάρχει Run.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Τι τυπώνει; · 1–2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λεπτά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"34"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28232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56832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// y, x % y, x / y)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3 1 3.5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8855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7999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3.5 1 3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2823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8543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3 1 3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999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3.5 0.5 3.5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Τι τυπώνει; · 3–4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λεπτά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 3 ** 2)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28232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56832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 + 2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2)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8855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7999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2823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8543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999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Τι τυπώνει; · 5–6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λεπτά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print("ab" * 2 + "c")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abcabc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 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28232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56832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print(type(10 / 2))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8855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7999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2823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8543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999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Τι τυπώνει; · 7–8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λεπτά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input()   # ο χρήστης γράφει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 * 2)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"44"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19202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28232" y="26974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56832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print(10 - 4 - 3, 2 ** 2 ** 3)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9 64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88552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79992" y="4251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4251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3 64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2823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8543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3 256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0749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9992" y="50749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5074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9 256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Απαντήσεις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34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σε δύο strings = κόλλημα. Τα εισαγωγικά δεν τυπώνονται.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3 1 3.5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057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πηλίκο, % υπόλοιπο, / πάντα float.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18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057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πρώτα: 3 ** 2 = 9, μετά 2 * 9.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128016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14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057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γίνεται 7, μετά 7 * 2.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ababc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πριν το +: «abab» + «c».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3703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&lt;class 'float'&gt;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/ δίνει ΠΑΝΤΑ float, έστω κι αν βγαίνει ακέραιο.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26480" y="3703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44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επιστρέφει string. str * int = επανάληψη.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961120" y="3703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3 256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Ίδιο επίπεδο αριστερά→δεξιά: (10-4)-3. ** από δεξιά: 2 ** 8.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 · 6 σπασμένα προγράμματα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λεπτά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234440"/>
            <a:ext cx="9052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Φάκελος lesson_04/bugs στο repo σου. Κάθε αρχείο λέει στην κορυφή τι ΠΡΕΠΕΙ να τυπώνει. Διόρθωσε → τρέξε → commit «Lesson 4: bug N».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bug_1.py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Χρόνια μέχρι τα 18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Σου μένουν 5 χρόνια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20116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bug_2.py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Πόντοι δύο γύρων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Σύνολο: 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20116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bug_3.py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Μέσος όρος βαθμών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Μέσος όρος: 15.0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bug_4.py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Κόστος 3 τετραδίων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87452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Σύνολο: 36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34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bug_5.py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Λεπτά → ώρες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3484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ώρες και 15 λεπτά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39319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7782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bug_6.py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τετράγωνο του -2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Αναμενόμενο: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46404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4 4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Μικρό μυστικό: ο interpreter δείχνει ΕΝΑ λάθος τη φορά. Διόρθωσε, ξανατρέξε, ίσως βγει το επόμενο.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 · Τι έφταιγε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984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0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18 - age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18 - int(age)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645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= string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11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0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my-score · 2nd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my_score · second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591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παύλα = μείον, όχι ψηφίο πρώτο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980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7249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0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/ 2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 /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0723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/ πριν το +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112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4381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0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"12"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12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7856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"12" * 3 = "121212"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24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1513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0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/ 60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// 60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4988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πάντα float, // πηλίκο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1280160"/>
            <a:ext cx="4416552" cy="3474720"/>
          </a:xfrm>
          <a:prstGeom prst="roundRect">
            <a:avLst>
              <a:gd name="adj" fmla="val 2632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0" y="1417320"/>
            <a:ext cx="405079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Νέο σε 1 λεπτό · bug_6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1874520"/>
            <a:ext cx="4050792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** 2 → -4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** γίνεται ΠΡΙΝ το μείον: είναι -(2 ** 2).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Θες το τετράγωνο αρνητικού; Παρένθεση: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(-2) ** 2 → 4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μοναδιαίος τελεστής - (το «πρόσημο») μπαίνει στο επίπεδο 2, κάτω από το **.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0" y="4937760"/>
            <a:ext cx="4416552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43800" y="5074920"/>
            <a:ext cx="395935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print(-2 ** 2)      # -4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print((-2) ** 2)    #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print(-2 * -2)      # 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Το Ταμείο v1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721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801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Σύνολο = 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28016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048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12848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Πρώτο προϊόν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212848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int(input(...))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p1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37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4553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Άλλα δύο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145536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p2, p3 το ίδιο → total += 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270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078224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Απόδειξη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078224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print(p1, p2, p3, sep=" + ", end=" =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print(total, "€")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010912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52029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010912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5010912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«Lesson 4: tameio v1»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1280160"/>
            <a:ext cx="4965192" cy="2286000"/>
          </a:xfrm>
          <a:prstGeom prst="roundRect">
            <a:avLst>
              <a:gd name="adj" fmla="val 4000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0" y="1417320"/>
            <a:ext cx="45994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Νέο · shortcut operators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1874520"/>
            <a:ext cx="4599432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+= p1   ίδιο με   total = total + p1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Υπάρχουν και:  -=   *=   /=   //=   %=   **=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διαβάζονται «πάρε το, κάνε το, βάλ' το πίσω».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3703320"/>
            <a:ext cx="4965192" cy="1828800"/>
          </a:xfrm>
          <a:prstGeom prst="roundRect">
            <a:avLst>
              <a:gd name="adj" fmla="val 5000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3840480"/>
            <a:ext cx="45994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Νέο · print() με sep= και end=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297680"/>
            <a:ext cx="459943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sep= τι μπαίνει ΑΝΑΜΕΣΑ στα ορίσματα (default: κενό).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end= τι μπαίνει στο ΤΕΛΟΣ (default: αλλαγή γραμμής \n).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66560" y="5623560"/>
            <a:ext cx="4965192" cy="640080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95160" y="5760720"/>
            <a:ext cx="450799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+ 5 + 6 = 23 €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Το Ταμείο v2 (ρέστα) και v3 (έκπτωση)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5577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Ρέστα σε χαρτονομίσματα και κέρματα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= int(input("Πόσα δίνει ο πελάτης; 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= paid -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fives = change //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 = change %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twos  = rest //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  = rest %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print(fives, "x 5€,", twos, "x 2€,", ones, "x 1€")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80560"/>
            <a:ext cx="5303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Ρέστα: 27 €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5€, 1 x 2€, 0 x 1€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40680"/>
            <a:ext cx="5577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Κίτρινο βήμα: twos και ones τα γράφεις μόνος σου.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Έκπτωση 10%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422392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496519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*= 0.9        # total = total * 0.9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print("Με έκπτωση 10%:", total, "€")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print(type(total))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246120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291840"/>
            <a:ext cx="5120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 έκπτωση 10%: 20.7 €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206240"/>
            <a:ext cx="5422392" cy="1737360"/>
          </a:xfrm>
          <a:prstGeom prst="roundRect">
            <a:avLst>
              <a:gd name="adj" fmla="val 5263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343400"/>
            <a:ext cx="50566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έγινε float;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00600"/>
            <a:ext cx="505663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* float → float. Αρκεί ΕΝΑΣ float για να γίνει όλο float.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μετά; Το paid - total είναι int - float → float. Τα ρέστα βγαίνουν 29.3, όχι 29.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1 λεπτό · Οι δεκαδικοί δεν είναι ακριβείς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1206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 == 0.3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1.1 *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3.3000000000000003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422392" cy="2377440"/>
          </a:xfrm>
          <a:prstGeom prst="roundRect">
            <a:avLst>
              <a:gd name="adj" fmla="val 3846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17320"/>
            <a:ext cx="50566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Γιατί;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5056632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υπολογιστής αποθηκεύει τους αριθμούς στο δυαδικό. Το 0.1 στο δυαδικό είναι άπειρος περιοδικός (όπως το 1/3 = 0.333… στο δεκαδικό). Κάπου κόβεται → μικροσκοπικό λάθος.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Εξεταστέο: «η ακρίβεια των float είναι περιορισμένη». Ποτέ μη συγκρίνεις floats με ==.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977640"/>
            <a:ext cx="5120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1_000_000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384_400 *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768800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840480"/>
            <a:ext cx="5422392" cy="1371600"/>
          </a:xfrm>
          <a:prstGeom prst="roundRect">
            <a:avLst>
              <a:gd name="adj" fmla="val 6667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977640"/>
            <a:ext cx="505663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η υπογράμμιση στους αριθμούς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434840"/>
            <a:ext cx="505663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Μπορείς να γράψεις 1_000_000 για να διαβάζεται. Η Python την αγνοεί. Θα το χρησιμοποιήσεις στο Επίπεδο 3.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Ελεύθερη άσκηση · Διάλεξε επίπεδο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λεπτά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ζωή σου σε αριθμούς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3246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Ρώτα την ηλικία.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Τύπωσε πόσες μέρες έχει ζήσει (×365) και πόσες ώρες (×24).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Πόσων χρονών είσαι; 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Έχεις ζήσει περίπου 4745 μέρες.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Δηλαδή 113880 ώρες!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Μετατροπέας δευτερολέπτων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697480"/>
            <a:ext cx="3246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Ρώτα δευτερόλεπτα.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Τύπωσε ώρες:λεπτά:δευτερόλεπτα με // και % — και sep=":".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4251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Δευτερόλεπτα; 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1:23:20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Ταξίδι στη Σελήνη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697480"/>
            <a:ext cx="3246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Σελήνη απέχει 384_400 km. Ρώτα ταχύτητα σε km/h.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Τύπωσε τις ώρες (/) και μετά μέρες + ώρες (int, //, %).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4251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Ταχύτητα σε km/h; 900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Χρειάζεσαι 427.1111111111111 ώρες.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Δηλαδή 17 μέρες και 19 ώρες.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1280160"/>
            <a:ext cx="9052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Αρχείο free_N.py · Commit «Lesson 4: free N» · Τελείωσες; Πήγαινε στο επόμενο επίπεδο.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Επαληθεύτηκε με εκτέλεση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Παγίδες &amp; Προσοχή · Για το σπίτι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2026-2027 · Μάθημα 4 · Block 1 · Εργαστήριο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035040" cy="4572000"/>
          </a:xfrm>
          <a:prstGeom prst="roundRect">
            <a:avLst>
              <a:gd name="adj" fmla="val 2000"/>
            </a:avLst>
          </a:prstGeom>
          <a:solidFill>
            <a:srgbClr val="FFF6CC"/>
          </a:solidFill>
          <a:ln w="12700">
            <a:solidFill>
              <a:srgbClr val="FFF6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577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Παγίδες &amp; Προσοχή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55778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** 2 → -4.  Το ** νικά το πρόσημο. Θες 4; (-2) ** 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+= 1  ίδιο με  x = x + 1. Το ίδιο -= *= /= //= %= **=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print(a, b, sep="-", end="!")  → a-b!  (χωρίς αλλαγή γραμμής)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+ 0.2 → 0.30000000000000004.  Ποτέ == σε floats.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Αρκεί ΕΝΑΣ float για να γίνει όλο float: 23 * 0.9 → 20.7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1_000_000 είναι νόμιμος int. Η _ αγνοείται.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πρόγραμμα που ΤΡΕΧΕΙ μπορεί να είναι λάθος (bug_3, bug_5).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επιστρέφει ΠΑΝΤΑ string. Ακόμα και σήμερα.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93992" y="132588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76872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Μέχρι την επόμενη Τετάρτη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1920240"/>
            <a:ext cx="45720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material + Quiz 4 από το QUIZ &amp; HOME.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Τελείωσε ό,τι επίπεδο δεν πρόλαβες (free_N.py) και κάνε commit.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Teams, Εργασία «Lesson 4»: ο σύνδεσμος του tameio.py σου.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Τώρα: commit, sync, κλείσε το Guest.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PCEP 2026-2027 · Μάθημα 4 · Εργαστήριο Block 1</dc:title>
  <dc:subject>PptxGenJS Presentation</dc:subject>
  <dc:creator>PptxGenJS</dc:creator>
  <cp:lastModifiedBy>PptxGenJS</cp:lastModifiedBy>
  <cp:revision>1</cp:revision>
  <dcterms:created xsi:type="dcterms:W3CDTF">2026-10-21T06:12:29Z</dcterms:created>
  <dcterms:modified xsi:type="dcterms:W3CDTF">2026-10-21T06:12:29Z</dcterms:modified>
</cp:coreProperties>
</file>